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980B9"/>
            </a:gs>
            <a:gs pos="100000">
              <a:srgbClr val="8E44AD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What is Python?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A high-level, interpreted, general-purpose programming language.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Emphasizes code readability with its clear and concise syntax.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Known for its versatility, allowing it to be used in various domains.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Powers a wide range of applications, from simple scripts to complex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6B6B"/>
            </a:gs>
            <a:gs pos="100000">
              <a:srgbClr val="FF9F4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Key Features &amp;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Simplicity &amp; Readability: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Easy to learn and write, making development faster.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Extensive Libraries: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A rich ecosystem of pre-built modules for diverse tasks.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Vast Community Support: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Large and active community providing resources and help.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Cross-Platform Compatibility: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Runs on Windows, macOS, Linux, and more.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Versatility: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Ideal for scripting, automation, backend web development, data analysis, machine learning, and more.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CED1"/>
            </a:gs>
            <a:gs pos="100000">
              <a:srgbClr val="1E90FF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Python for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Data Manipulation &amp; Analysis: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Powerful tools for cleaning, transforming, and analyzing large datasets.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Statistical Modeling: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Implement complex statistical models with ease.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Machine Learning &amp; AI: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The go-to language for building predictive models and AI applications.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Key Libraries: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NumPy: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Numerical computing with powerful array objects.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Pandas: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Data structures and analysis tools (DataFrames).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Matplotlib/Seaborn: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Data visualization and plotting.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Scikit-learn: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Machine learning algorithms (classification, regression, clustering).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TensorFlow/PyTorch: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Deep learning frameworks.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ED573"/>
            </a:gs>
            <a:gs pos="100000">
              <a:srgbClr val="00B894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Python for Web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Backend Development: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Powers the server-side logic, database interactions, and API development.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Rapid Development: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Frameworks accelerate the creation of robust web applications.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Scalability: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Capable of handling high-traffic websites and complex web services.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Key Frameworks: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Django: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A 'batteries-included' framework for building large, complex web applications rapidly and securely.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Flask: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A lightweight micro-framework, offering flexibility for smaller projects or APIs.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FastAPI: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Modern, fast (high-performance) web framework for building APIs.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C5CE7"/>
            </a:gs>
            <a:gs pos="100000">
              <a:srgbClr val="4361EE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7772400" cy="1097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7223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Getting Started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7223760" cy="3749040"/>
          </a:xfrm>
          <a:prstGeom prst="rect">
            <a:avLst/>
          </a:prstGeom>
          <a:noFill/>
        </p:spPr>
        <p:txBody>
          <a:bodyPr wrap="square" anchor="t" lIns="182880" rIns="182880" tIns="91440" bIns="91440"/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Installation: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Download Python from python.org or use a distribution like Anaconda (recommended for data science).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Integrated Development Environments (IDEs):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VS Code: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Popular, versatile, and free with excellent Python extensions.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PyCharm: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A dedicated Python IDE with powerful features (community edition is free).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Jupyter Notebooks: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Interactive environment ideal for data exploration and visualization.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Learning Resources: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Official Python Documentation.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Online courses (e.g., Coursera, Udemy, freeCodeCamp).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 - Interactive tutorials (e.g., Codecademy, W3Schools).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• 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Practice Consistently: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The best way to learn is by coding projects and solving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09728" cy="3749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