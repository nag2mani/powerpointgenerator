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980B9"/>
            </a:gs>
            <a:gs pos="100000">
              <a:srgbClr val="8E44AD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What is Personal Finance?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Personal finance is the management of your money and financial decisions.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It encompasses earning, saving, investing, and spending.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Understanding personal finance empowers you to make informed decisions for your financial well-being.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It's about achieving financial goals and securing your future.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6B6B"/>
            </a:gs>
            <a:gs pos="100000">
              <a:srgbClr val="FF9F4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Mastering Your Money: Budgeting &amp; Saving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Budgeting: Creating a plan for how you will spend and save your money.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Track your income and expenses to understand where your money goes.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The '50/30/20 Rule': 50% Needs, 30% Wants, 20% Savings &amp; Debt Repayment.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Saving: Set aside a portion of your income regularly, even small amounts add up.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Establish an emergency fund – ideally 3-6 months of living expenses.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CED1"/>
            </a:gs>
            <a:gs pos="100000">
              <a:srgbClr val="1E90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Conquering Debt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Understand the difference between 'good debt' (e.g., mortgage, student loans) and 'bad debt' (e.g., high-interest credit card debt).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Prioritize paying off high-interest debt first to save money.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Strategies include the 'Debt Avalanche' (highest interest first) or 'Debt Snowball' (smallest balance first).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Avoid unnecessary new debt and manage existing debt responsibly.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ED573"/>
            </a:gs>
            <a:gs pos="100000">
              <a:srgbClr val="00B894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Introduction to Investing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Investing is putting your money into financial schemes, shares, property, or a commercial venture with the expectation of achieving a profit.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Diversification is key: Don't put all your eggs in one basket.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Explore low-risk options like Fixed Deposits (FDs) for stable, predictable, though often lower, returns.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Understand the stock 'market': Investing in company shares offers potential for higher returns but comes with higher risk.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Consider 'Mutual Funds': These professionally managed funds pool money from multiple investors to invest in a diversified portfolio of stocks, bonds,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C5CE7"/>
            </a:gs>
            <a:gs pos="100000">
              <a:srgbClr val="4361E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The Magic of Compounding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Compounding is the process of earning returns on your initial investment and on the accumulated interest from previous periods.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It's often called 'interest on interest' and is a powerful force for wealth creation over time.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The longer your money is invested, the greater the impact of 'compounding'.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Example: Investing $1,000 at 7% return for 30 years could grow to over $7,600, significantly more than simple interest.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4757"/>
            </a:gs>
            <a:gs pos="100000">
              <a:srgbClr val="FFA50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Setting Financial Goals &amp; Planning Your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Define your financial goals: Short-term (e.g., vacation, new gadget) and Long-term (e.g., retirement, buying a home, child's education).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Create a financial plan that aligns with your goals, timeline, and risk tolerance.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Retirement planning: Start early to take full advantage of 'compounding'.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Consider insurance (health, life, property) as a critical component of financial protection.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Regularly review and adjust your financial plan as life circumstances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366F1"/>
            </a:gs>
            <a:gs pos="100000">
              <a:srgbClr val="8B5CF6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Your Journey to Financial Freedom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Start early: Time is your greatest asset in personal finance.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Be consistent: Regular budgeting, saving, and investing yield the best results.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Continuously learn: Stay informed about financial products and strategies.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Seek professional advice when needed: Financial advisors can provide personalized guidance.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Financial freedom is a journey, not a destination. Take control of your money today!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